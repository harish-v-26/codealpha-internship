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58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560320"/>
            <a:ext cx="3657600" cy="365760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777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·  CYBER SECURITY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D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Training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0" y="333756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015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Educating &amp; Empowering Against Phishing Attacks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4187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3.4B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Daily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74720" y="4187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47472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Phishing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09360" y="4187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$17M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30936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Cost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ECEF"/>
          </a:solidFill>
          <a:ln w="6350">
            <a:solidFill>
              <a:srgbClr val="D0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8191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61872" y="1618488"/>
            <a:ext cx="36576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013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impact &amp; how it 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4942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61872" y="2286000"/>
            <a:ext cx="36576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 Attempts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4688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fake websites &amp; social engineering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8229600" cy="566928"/>
          </a:xfrm>
          <a:prstGeom prst="rect">
            <a:avLst/>
          </a:prstGeom>
          <a:solidFill>
            <a:srgbClr val="E8ECEF"/>
          </a:solidFill>
          <a:ln w="635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1693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61872" y="2953512"/>
            <a:ext cx="36576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907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13639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attacks &amp; lessons learned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58444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1872" y="3621024"/>
            <a:ext cx="36576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575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Defense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80390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steps to stay protected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78808"/>
            <a:ext cx="8229600" cy="566928"/>
          </a:xfrm>
          <a:prstGeom prst="rect">
            <a:avLst/>
          </a:prstGeom>
          <a:solidFill>
            <a:srgbClr val="E8ECEF"/>
          </a:solidFill>
          <a:ln w="6350">
            <a:solidFill>
              <a:srgbClr val="D0D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25196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61872" y="4288536"/>
            <a:ext cx="36576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44714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phishing detection skills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0" y="1828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11480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Types  ·  Impact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2120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4475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cybercrime in which attackers disguise themselves as legitimate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to steal sensitive information — credentials, financial data,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personal details — typically via deceptive emails or websites.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261872"/>
            <a:ext cx="2880360" cy="1078992"/>
          </a:xfrm>
          <a:prstGeom prst="rect">
            <a:avLst/>
          </a:prstGeom>
          <a:solidFill>
            <a:srgbClr val="E8ECEF"/>
          </a:solidFill>
          <a:ln w="6350">
            <a:solidFill>
              <a:srgbClr val="D0D6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1335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1627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$136 stolen per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victim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496312"/>
            <a:ext cx="2880360" cy="1078992"/>
          </a:xfrm>
          <a:prstGeom prst="rect">
            <a:avLst/>
          </a:prstGeom>
          <a:solidFill>
            <a:srgbClr val="E8ECEF"/>
          </a:solidFill>
          <a:ln w="6350">
            <a:solidFill>
              <a:srgbClr val="D0D6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620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sold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 markets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3730752"/>
            <a:ext cx="2880360" cy="1078992"/>
          </a:xfrm>
          <a:prstGeom prst="rect">
            <a:avLst/>
          </a:prstGeom>
          <a:solidFill>
            <a:srgbClr val="E8ECEF"/>
          </a:solidFill>
          <a:ln w="6350">
            <a:solidFill>
              <a:srgbClr val="D0D6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3803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Damage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0965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customer trust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brand value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10515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21868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crafts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message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27048" y="338328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00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691640" y="3182112"/>
            <a:ext cx="10515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28216" y="321868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link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61488" y="338328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00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26080" y="3182112"/>
            <a:ext cx="10515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62656" y="321868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95928" y="338328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00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60520" y="3182112"/>
            <a:ext cx="1051560" cy="804672"/>
          </a:xfrm>
          <a:prstGeom prst="rect">
            <a:avLst/>
          </a:prstGeom>
          <a:solidFill>
            <a:srgbClr val="8B0000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3218688"/>
            <a:ext cx="978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Phishing Attacks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2697480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35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Phishing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Mass-sent fraudulent emails mimicking banks, tech companies, or services. Uses urgency like 'Your account will be closed.'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29844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98448"/>
            <a:ext cx="269748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335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Spear Phishing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9856" y="164592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using personal details about the victim — name, employer, colleagues — to appear trustworthy.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29844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298448"/>
            <a:ext cx="26974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335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Vishing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2784" y="1645920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via phone calls. Attackers pose as banks, IRS, or tech support to extract information verbally.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269748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54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Smishing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36499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phishing via text messages. Often contains fake delivery links, prize notifications, or bank alerts.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3017520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3017520"/>
            <a:ext cx="2697480" cy="292608"/>
          </a:xfrm>
          <a:prstGeom prst="rect">
            <a:avLst/>
          </a:prstGeom>
          <a:solidFill>
            <a:srgbClr val="AD6800"/>
          </a:solidFill>
          <a:ln w="12700">
            <a:solidFill>
              <a:srgbClr val="AD6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3054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🐋  Whaling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9856" y="336499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senior executives (CEOs, CFOs) to authorize large wire transfers or expose sensitive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3017520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3017520"/>
            <a:ext cx="2697480" cy="29260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054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Clone Phishing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336499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with malicious links or attachments swapped in and re-sent as a 'resend' from a spoofed address.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Recognizing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Attempts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 ·  Websites  ·  Social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Phishing Emails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114800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4114800" cy="347472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893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Inbox  —  Important Security Notice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98448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security-alert@paypa1.com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2011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URGENT: Account Suspended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04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98448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you@example.com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624328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97480"/>
            <a:ext cx="3822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has been SUSPENDED due to suspicious activity. Verify your identity immediately by clicking the link below or your account will be permanently deleted in 24 hours.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[Click Here to Verify Now →]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" y="4087368"/>
            <a:ext cx="2194560" cy="201168"/>
          </a:xfrm>
          <a:prstGeom prst="rect">
            <a:avLst/>
          </a:prstGeom>
          <a:solidFill>
            <a:srgbClr val="FDECEA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41056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http://paypa1-verify.xyz/login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4632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SPOT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572768"/>
            <a:ext cx="3977640" cy="475488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Sender domain spoofed: 'paypa1.com' not 'paypal.com'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139696"/>
            <a:ext cx="3977640" cy="475488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Generic greeting — no name used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706624"/>
            <a:ext cx="3977640" cy="475488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761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Urgency language: '24 hours', 'SUSPENDED'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273552"/>
            <a:ext cx="3977640" cy="475488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3284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Hover reveals suspicious URL (xyz domain)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840480"/>
            <a:ext cx="3977640" cy="475488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8953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Threatening consequences to pressure action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4407408"/>
            <a:ext cx="3977640" cy="475488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4462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companies NEVER demand instant verification via email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 Websites &amp; Social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69080" cy="420624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5506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URL: http://arnazon-deals.net/login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69080" cy="420624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5798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URL starts with https:// + padlock icon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069080" cy="420624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6090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Misspellings: 'Arnazon' instead of 'Amazon'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69080" cy="420624"/>
          </a:xfrm>
          <a:prstGeom prst="rect">
            <a:avLst/>
          </a:prstGeom>
          <a:solidFill>
            <a:srgbClr val="FEF3F3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6382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Mismatched branding / fonts look off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069080" cy="420624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6674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 domain — the part before .com/.org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4069080" cy="420624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16966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bookmarks for banking/shopping sites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600200"/>
            <a:ext cx="4069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664208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85232" y="16459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187452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now or lose access!' — pressure prevents careful thinking.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258568"/>
            <a:ext cx="4069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22576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5232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/ Threat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253288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'Legal action will follow' — fear clouds judgment.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916936"/>
            <a:ext cx="4069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8094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85232" y="29626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 / Bait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85232" y="319125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'You've won $500!' — curiosity overrides caution.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575304"/>
            <a:ext cx="4069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3931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85232" y="3621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84962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Impersonates CEO, IT, IRS — triggers compliance.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4233672"/>
            <a:ext cx="4069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29768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85232" y="42793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85232" y="450799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'Help a friend in trouble' — exploits compassion.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4572000" cy="4572000"/>
          </a:xfrm>
          <a:prstGeom prst="ellipse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C0392B">
              <a:alpha val="35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Phishing Attacks &amp; Lessons Learned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Notable Attacks — Lessons Learned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36676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1234440" cy="113385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990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" y="1764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10512" y="1353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10512" y="16093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Lithuanian hacker posed as a Taiwanese hardware vendor (Quanta Computer) and sent fake invoices to Google and Facebook's finance departments over two years.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06040" cy="914400"/>
          </a:xfrm>
          <a:prstGeom prst="rect">
            <a:avLst/>
          </a:prstGeom>
          <a:solidFill>
            <a:srgbClr val="FFF8E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3990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16093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vendor identities via secondary channels. Never approve large transfers based on email alone.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36676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05456"/>
            <a:ext cx="1234440" cy="113385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6426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" y="30083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Impact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10512" y="25968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National Committee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0512" y="28529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email tricked campaign chairman John Podesta into entering his Gmail credentials on a fake Google login page. 50,000 emails were stolen and published.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2615184"/>
            <a:ext cx="2606040" cy="914400"/>
          </a:xfrm>
          <a:prstGeom prst="rect">
            <a:avLst/>
          </a:prstGeom>
          <a:solidFill>
            <a:srgbClr val="FFF8E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6426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8529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2FA on all accounts. Even high-profile targets click phishing links — training matters.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36676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49040"/>
            <a:ext cx="1234440" cy="11338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8862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3776" y="4251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Bitcoin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10512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VIP Accounts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10512" y="40965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phone-based social engineering (vishing) to trick Twitter employees into giving access to internal admin tools, then hijacked Obama, Musk, and Gates accounts.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858768"/>
            <a:ext cx="2606040" cy="914400"/>
          </a:xfrm>
          <a:prstGeom prst="rect">
            <a:avLst/>
          </a:prstGeom>
          <a:solidFill>
            <a:srgbClr val="FFF8E1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886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4096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access is a prime target. Verify identity requests through official channels — not inbound calls.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0" y="178308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Defense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1148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Steps to Stay Protected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DEFENSE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Phishing Defense Toolkit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475488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18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68249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reuse passwords. Use a password manager (Bitwarden, 1Password) to generate and store unique credentials for every account.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98448"/>
            <a:ext cx="475488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618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0" y="168249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layer — SMS code, authenticator app, or hardware key. Even if credentials are stolen, 2FA blocks attackers.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0320"/>
            <a:ext cx="475488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803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see the real URL in the status bar. If the domain looks suspicious or mismatched, don't click.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60320"/>
            <a:ext cx="475488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8803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0" y="29443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often exploits unpatched software. Keep your OS, browser, and antivirus up to date to close known vulnerabilities.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822192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22192"/>
            <a:ext cx="475488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422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Security Training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1560" y="4206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regular phishing simulations and security awareness training. The human layer is the most critical defense.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822192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822192"/>
            <a:ext cx="475488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41422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03520" y="4206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'Report Phishing' button in your email client. Reporting helps protect the entire organization, not just yourself.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5486400" cy="5486400"/>
          </a:xfrm>
          <a:prstGeom prst="ellipse">
            <a:avLst/>
          </a:prstGeom>
          <a:solidFill>
            <a:srgbClr val="C0392B">
              <a:alpha val="45000"/>
            </a:srgbClr>
          </a:solidFill>
          <a:ln w="12700">
            <a:solidFill>
              <a:srgbClr val="C0392B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86200" y="1143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Quiz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Spot the Phish?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5643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 ·  Real Scenarios  ·  Instant Answers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Spot the Phish?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366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You receive an email from 'support@g00gle.com' asking you to verify your account. What do you do?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40680" y="1316736"/>
            <a:ext cx="3291840" cy="566928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1353312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PHISHING — '00' in domain (zero not 'o'). Delete and report.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8366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6654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Your bank calls you and asks for your PIN to 'verify your identity' after flagging suspicious activity.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2084832"/>
            <a:ext cx="3291840" cy="566928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12140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PHISHING (Vishing) — Banks NEVER ask for PINs. Hang up and call the number on your card.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366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346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You get a text: 'Your parcel is held. Pay £1.49: http://royalmail-parcel.net'. It looks official. What do you do?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40680" y="2852928"/>
            <a:ext cx="3291840" cy="566928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889504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PHISHING (Smishing) — Unofficial domain. Visit the carrier's official website directly.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366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0273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A colleague emails from their usual work address asking you to wire $5,000 urgently. You've worked together for years.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40680" y="3621024"/>
            <a:ext cx="3291840" cy="566928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65760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LIKELY PHISHING (BEC) — Email can be spoofed. Call the colleague directly to confirm.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83667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7083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You hover over a link that shows 'https://amazon.com.account-verify.xyz'. Is it safe?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4389120"/>
            <a:ext cx="3291840" cy="566928"/>
          </a:xfrm>
          <a:prstGeom prst="rect">
            <a:avLst/>
          </a:prstGeom>
          <a:solidFill>
            <a:srgbClr val="EBF5EB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42569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PHISHING — The REAL domain is 'account-verify.xyz', not amazon.com. The real domain is always the part just before .com/.net.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926080"/>
            <a:ext cx="4114800" cy="4114800"/>
          </a:xfrm>
          <a:prstGeom prst="ellipse">
            <a:avLst/>
          </a:prstGeom>
          <a:solidFill>
            <a:srgbClr val="25355A">
              <a:alpha val="70000"/>
            </a:srgbClr>
          </a:solidFill>
          <a:ln w="12700">
            <a:solidFill>
              <a:srgbClr val="25355A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463040" y="8686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three principles every day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212848"/>
            <a:ext cx="8366760" cy="786384"/>
          </a:xfrm>
          <a:prstGeom prst="rect">
            <a:avLst/>
          </a:prstGeom>
          <a:solidFill>
            <a:srgbClr val="1E3560"/>
          </a:solidFill>
          <a:ln w="10160">
            <a:solidFill>
              <a:srgbClr val="2A4A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212848"/>
            <a:ext cx="658368" cy="78638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2395728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22677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acting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5603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rely on urgency and fear. Take 10 seconds to think before clicking any link or opening any attachment in an unexpected email.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127248"/>
            <a:ext cx="8366760" cy="786384"/>
          </a:xfrm>
          <a:prstGeom prst="rect">
            <a:avLst/>
          </a:prstGeom>
          <a:solidFill>
            <a:srgbClr val="1E3560"/>
          </a:solidFill>
          <a:ln w="10160">
            <a:solidFill>
              <a:srgbClr val="2A4A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127248"/>
            <a:ext cx="658368" cy="78638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3310128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1821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through a separate channel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34747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 doubt, contact the sender by phone or in person — not by replying to the same email. Verify wire transfers and access requests independently.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4041648"/>
            <a:ext cx="8366760" cy="786384"/>
          </a:xfrm>
          <a:prstGeom prst="rect">
            <a:avLst/>
          </a:prstGeom>
          <a:solidFill>
            <a:srgbClr val="1E3560"/>
          </a:solidFill>
          <a:ln w="10160">
            <a:solidFill>
              <a:srgbClr val="2A4A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4041648"/>
            <a:ext cx="658368" cy="78638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4224528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34440" y="4096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immediately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34440" y="43891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phishing attempt to your IT/security team right away. Your report could prevent the same attack from reaching your colleagues.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C0392B">
              <a:alpha val="45000"/>
            </a:srgbClr>
          </a:solidFill>
          <a:ln w="12700">
            <a:solidFill>
              <a:srgbClr val="C0392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5029200" cy="5029200"/>
          </a:xfrm>
          <a:prstGeom prst="ellipse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200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6420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Vigilant.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D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Protected.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0" y="333756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Contact your IT Security team or email security@yourcompany.com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·  Phishing Awareness Training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1372</Words>
  <Application>Microsoft Office PowerPoint</Application>
  <PresentationFormat>On-screen Show (16:9)</PresentationFormat>
  <Paragraphs>225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Cyber Security</dc:creator>
  <cp:lastModifiedBy>Harish Gaming</cp:lastModifiedBy>
  <cp:revision>1</cp:revision>
  <dcterms:created xsi:type="dcterms:W3CDTF">2026-05-22T02:07:10Z</dcterms:created>
  <dcterms:modified xsi:type="dcterms:W3CDTF">2026-05-23T06:01:09Z</dcterms:modified>
</cp:coreProperties>
</file>